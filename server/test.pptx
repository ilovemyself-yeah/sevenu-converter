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36440" y="1063800"/>
            <a:ext cx="5698800" cy="143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036440" y="2736360"/>
            <a:ext cx="5698800" cy="499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721440" y="720360"/>
            <a:ext cx="8355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Hello World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